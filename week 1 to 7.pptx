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7" r:id="rId2"/>
    <p:sldId id="281" r:id="rId3"/>
    <p:sldId id="258" r:id="rId4"/>
    <p:sldId id="259" r:id="rId5"/>
    <p:sldId id="269" r:id="rId6"/>
    <p:sldId id="270" r:id="rId7"/>
    <p:sldId id="27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81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78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60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91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17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10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36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272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41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3913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19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8055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58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9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299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1E60-B60F-4235-942A-7D220491C10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86575D9-EC89-4360-9D86-6C01583B03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43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49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70991" y="1046922"/>
            <a:ext cx="67851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Vaishnavi </a:t>
            </a: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Rajendra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Jadhav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No: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2307027</a:t>
            </a:r>
          </a:p>
        </p:txBody>
      </p:sp>
    </p:spTree>
    <p:extLst>
      <p:ext uri="{BB962C8B-B14F-4D97-AF65-F5344CB8AC3E}">
        <p14:creationId xmlns:p14="http://schemas.microsoft.com/office/powerpoint/2010/main" val="211729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49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3930" y="675861"/>
            <a:ext cx="519485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1: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68557" y="2186608"/>
            <a:ext cx="711641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Version Control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GitHub account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first project using Docker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basics and GitHub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project files on GitHub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GitHub,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Docker, VS Code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61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1808" y="1911196"/>
            <a:ext cx="50093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Fundamentals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Python basics and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Studied conditional statements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loops and data structures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logical thinking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VS Code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80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1" y="2213113"/>
            <a:ext cx="534062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&amp; Improvement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Python programs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Revised important Python topics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debugging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Gained confidence in coding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73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8644" y="755374"/>
            <a:ext cx="5340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1078" y="2213113"/>
            <a:ext cx="641405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&amp; Parameters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Python functions and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default arguments and return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parameter passing and reusability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Python, VS Code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82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01077" y="1881809"/>
            <a:ext cx="746097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Function Concepts</a:t>
            </a: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lambda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recursion and decorators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Gained knowledge of functional programming concepts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Python, VS Code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2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30017" y="1762540"/>
            <a:ext cx="74874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what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 Python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different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methods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(import, from, alias)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to create and use custom modules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their structure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role of __init__.py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packages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code organization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VS Code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41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4174" y="689112"/>
            <a:ext cx="5314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3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3843" y="2093843"/>
            <a:ext cx="779227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basics of Object-Oriented Programming (OOP).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concepts of Class and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Inheritance and Polymorphism with practical examples.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implementing OOP concepts in Python programs.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structured and reusable code.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VS Code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96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8070" y="1616765"/>
            <a:ext cx="64670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 Development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Started learning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widgets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learned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basics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VS Code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8070" y="1616765"/>
            <a:ext cx="580445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Started project "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EduTrack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project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Tested and improved program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teamwork and debugging skills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658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0922" y="781878"/>
            <a:ext cx="4903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4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60105" y="2305879"/>
            <a:ext cx="54864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Basics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Started working with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indexing and slicing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numerical data handling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65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0835" y="1696278"/>
            <a:ext cx="57912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Data Processing</a:t>
            </a:r>
          </a:p>
          <a:p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Pandas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Pandas on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analysis skills</a:t>
            </a:r>
          </a:p>
          <a:p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Pandas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23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6365" y="2292626"/>
            <a:ext cx="500932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&amp; Practice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Revised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Pandas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multiple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Gained confidence in data handling</a:t>
            </a:r>
          </a:p>
        </p:txBody>
      </p:sp>
    </p:spTree>
    <p:extLst>
      <p:ext uri="{BB962C8B-B14F-4D97-AF65-F5344CB8AC3E}">
        <p14:creationId xmlns:p14="http://schemas.microsoft.com/office/powerpoint/2010/main" val="37432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948" y="808383"/>
            <a:ext cx="5353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26365" y="2398643"/>
            <a:ext cx="58574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Basics</a:t>
            </a:r>
          </a:p>
          <a:p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fundamentals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line plots and bar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plotting graphs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705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1974575"/>
            <a:ext cx="650681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pie charts and histograms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advanced plots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55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3113" y="2266121"/>
            <a:ext cx="549965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&amp; Improvement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visualization on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visualization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Gained confidence in data analysis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554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5635" y="940903"/>
            <a:ext cx="5499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6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9043" y="2266122"/>
            <a:ext cx="66128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of Basic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Python basics and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functions, modules, and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problem solving on core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VS Code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9973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7009" y="1550504"/>
            <a:ext cx="689113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Machine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of 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difference between AI and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workflow of ML model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Notebook, Python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88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7340" y="1736035"/>
            <a:ext cx="645380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Machine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Supervised Learning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Unsupervised Learning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Reinforcement Learning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real-life examples of each type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conceptual understanding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852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1652" y="1086678"/>
            <a:ext cx="5300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2703443"/>
            <a:ext cx="59237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Feature Scaling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Feature Encoding techniques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Hot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972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067339"/>
            <a:ext cx="613575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Linear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Multiple Linear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Polynomial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regression models on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043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4244" y="1484244"/>
            <a:ext cx="776577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different accuracy metrics for regression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Cross Validation (Holdout Method)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train-test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612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9218" y="755374"/>
            <a:ext cx="4147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09530" y="2107095"/>
            <a:ext cx="75802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&amp;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Overfitting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bias-variance concept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Regularization techniques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099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6609" y="1974575"/>
            <a:ext cx="61225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Classification concept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classification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724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0104" y="1749287"/>
            <a:ext cx="56454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Evaluation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Confusion Matrix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Accuracy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Precision, Recall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F1-Score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classification models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734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</TotalTime>
  <Words>627</Words>
  <Application>Microsoft Office PowerPoint</Application>
  <PresentationFormat>Widescreen</PresentationFormat>
  <Paragraphs>186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Vaishnavi Jadhav</dc:creator>
  <cp:lastModifiedBy>Vaishnavi Jadhav</cp:lastModifiedBy>
  <cp:revision>11</cp:revision>
  <dcterms:created xsi:type="dcterms:W3CDTF">2026-02-17T13:53:01Z</dcterms:created>
  <dcterms:modified xsi:type="dcterms:W3CDTF">2026-02-17T16:51:37Z</dcterms:modified>
</cp:coreProperties>
</file>