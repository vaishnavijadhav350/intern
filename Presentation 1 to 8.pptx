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0343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1683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0743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9968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2933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0322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8963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4257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1287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657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1645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95372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32793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07457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35978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92081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9136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D74747F-D400-4A90-89D9-3448D815F5DF}" type="datetimeFigureOut">
              <a:rPr lang="en-IN" smtClean="0"/>
              <a:t>20-03-2026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4175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55235" y="2279373"/>
            <a:ext cx="812358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Version Control is a system that helps track and manage changes in source code over time.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how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project history through commits and branches, allowing safe experimentation and rollback.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Using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I understood how repositories are created, managed, and shared for collaboration.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explored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Docker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which helps run applications in isolated containers, ensuring consistency across different environments.</a:t>
            </a:r>
          </a:p>
          <a:p>
            <a:pPr algn="just"/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0" y="1325266"/>
            <a:ext cx="58044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&amp; Version Control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260035" y="344557"/>
            <a:ext cx="26636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1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646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97426" y="2332382"/>
            <a:ext cx="795130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this week, I built a strong foundation in Python programming.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about variables, data types, operators, conditional statements (if-else), and loops (for, while).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practiced working with data structures such as lists, tuples, dictionaries, and sets.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These core concepts helped me understand how to structure logic and solve programming problems efficiently.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59965" y="821635"/>
            <a:ext cx="61887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Fundamentals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1416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29948" y="2623929"/>
            <a:ext cx="738146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practice played a key role in strengthening my programming skills.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worked on multiple problem-solving exercises to improve logical thinking.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learned debugging techniques to identify and fix errors in code.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week helped me gain confidence and build a strong base for advanced topics.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99791" y="1325217"/>
            <a:ext cx="68116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Practice, Debugging &amp; Logical Thinking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3960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5" y="2650436"/>
            <a:ext cx="773927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 are reusable blocks of code designed to perform specific tasks.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how to define functions, use parameters, and return values effectively.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default arguments and function calls improved my ability to write modular and organized programs.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concept significantly reduced code repetition and improved readability.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723860" y="1510748"/>
            <a:ext cx="5724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 &amp; Code Reusability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3929" y="437322"/>
            <a:ext cx="21998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2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526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28730" y="2332382"/>
            <a:ext cx="747422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explored advanced programming concepts such as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lambda functions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which are anonymous and concise functions.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studied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recursion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where a function calls itself to solve smaller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subproblems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learned about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decorators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which allow modification of function behavior without changing its core structure.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These concepts enhanced my understanding of functional programming.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29878" y="1179443"/>
            <a:ext cx="48635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Function Concepts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6715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641655" y="2599414"/>
            <a:ext cx="717837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Modules help organize Python code into separate files for better structure and maintainability.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practiced different import techniques such as 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import, from, and aliasing.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how packages group multiple modules together and how the 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__init__.py file defines a package.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improved my understanding of large-scale project organization.</a:t>
            </a:r>
          </a:p>
          <a:p>
            <a:pPr algn="just"/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103867" y="940904"/>
            <a:ext cx="425394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 &amp; Packages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2636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749287"/>
            <a:ext cx="82561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Object-Oriented Programming (OOP) is a programming approach where programs are designed using classes and objects.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like a blueprint or template, and an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a real example created from that class.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Objects contain data (attributes) and functions (methods).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important OOP concepts such as: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Inheritance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one class can use the properties and methods of another class.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Polymorphism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the same method can perform different actions in different situations.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OOP helps in writing organized, reusable, and easy-to-manage code.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716696" y="954157"/>
            <a:ext cx="8534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Object-Oriented Programming (OOP)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17913" y="356537"/>
            <a:ext cx="25974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3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6075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90192" y="1987826"/>
            <a:ext cx="768626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GUI stands for Graphical User Interface. It allows users to interact with applications using buttons, text boxes, and labels instead of typing commands.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GUI development using the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Tkinter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library in Python.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practiced using widgets like labels, buttons, and entry fields.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understood event handling, where clicking a button triggers a specific function.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helped me move from basic console programs to interactive graphical applications.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77548" y="808383"/>
            <a:ext cx="7911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GUI Development using </a:t>
            </a:r>
            <a:r>
              <a:rPr lang="en-US" sz="2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Tkinter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733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82957" y="2252869"/>
            <a:ext cx="760674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During this week, I started working on the “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EduTrack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” project.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applied programming concepts to design and implement the project logic.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tested the program step by step and fixed errors through debugging.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practical experience helped me understand real-world project development and improved my problem-solving skills.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478695" y="887944"/>
            <a:ext cx="62152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Implementation –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EduTrack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147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22714" y="2319130"/>
            <a:ext cx="809707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Week 4, I started learning about Python libraries used for data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a library used for numerical computing. It works with arrays, which are faster and more efficient than normal Python lists.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how to create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arrays and perform operations like indexing and slicing.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practiced basic mathematical operations on arrays.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helps in handling large amounts of numerical data efficiently.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876800" y="954156"/>
            <a:ext cx="47045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</a:t>
            </a:r>
            <a:r>
              <a:rPr lang="en-US" sz="2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70922" y="331304"/>
            <a:ext cx="23058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4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732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82958" y="2623930"/>
            <a:ext cx="79248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about Pandas, a powerful library used for data analysis and data manipulation.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Pandas provides a structure called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DataFrame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which looks like a table with rows and columns.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practiced loading datasets, checking missing values, cleaning data, and organizing information.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helped me understand how real-world data is prepared before analysis.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187149" y="1245704"/>
            <a:ext cx="7116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Pandas &amp; Data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302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69705" y="2663687"/>
            <a:ext cx="716942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During this week, I applied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Pandas on different datasets.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practiced filtering, sorting, and selecting specific data.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learned how to analyze and summarize data using built-in functions.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improved my data handling skills and strengthened my understanding of data analysis concepts.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06956" y="1166192"/>
            <a:ext cx="52346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Handling &amp;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Practice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58386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34748" y="2332382"/>
            <a:ext cx="695739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Week 5, I started learning about data visualization.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helps in representing data in graphical form, which makes it easier to understand patterns and trends.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to use the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library to create basic graphs such as line plots and bar charts.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helped me understand how visual representation makes data analysis clearer and more meaningful.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97425" y="1391479"/>
            <a:ext cx="88789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Data Visualization with </a:t>
            </a:r>
            <a:r>
              <a:rPr lang="en-US" sz="2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97425" y="477078"/>
            <a:ext cx="2504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5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5038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27512" y="2332382"/>
            <a:ext cx="70899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learned about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Seaborn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which is an advanced data visualization library built on top of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Seaborn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provides more attractive and informative statistical graphs.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practiced creating histograms, pie charts, and other visual plots to better understand data distribution and relationships.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improved my ability to present data in a professional way.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372676" y="1007164"/>
            <a:ext cx="65995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Visualization using </a:t>
            </a:r>
            <a:r>
              <a:rPr lang="en-US" sz="2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Seaborn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920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94383" y="2955234"/>
            <a:ext cx="697726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During this week, I applied visualization techniques to real datasets.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how to choose the correct type of graph based on the data.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analyzed patterns, trends, and comparisons using different charts.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experience improved my analytical thinking and presentation skills.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710608" y="1470993"/>
            <a:ext cx="63610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Applying Visualization on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Datasets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2341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1009" y="2464905"/>
            <a:ext cx="73947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Week 6, I was introduced to the basics of Machine Learning.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is a part of Artificial Intelligence where systems learn from data and make predictions or decisions without being explicitly programmed.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understood the difference between AI and ML, where AI is a broader concept and ML is a subset of AI.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week helped me understand how machines learn from data.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56382" y="1470991"/>
            <a:ext cx="66393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Machine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101009" y="384313"/>
            <a:ext cx="16432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6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37949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06417" y="2266122"/>
            <a:ext cx="759349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about the three main types of Machine Learning:</a:t>
            </a:r>
          </a:p>
          <a:p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Learning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The model is trained using labeled data (input and correct output).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Unsupervised Learning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The model finds patterns in unlabeled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Reinforcement Learning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The model learns through rewards and penalties.</a:t>
            </a:r>
          </a:p>
          <a:p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these types helped me identify where each method is used in real-world applications.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002155" y="914401"/>
            <a:ext cx="6202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Machine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55408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55235" y="2146852"/>
            <a:ext cx="679836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Times New Roman" panose="02020603050405020304" pitchFamily="18" charset="0"/>
              <a:buChar char="‾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studied the basic steps involved in building a Machine Learning model: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Training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 Evaluation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</a:p>
          <a:p>
            <a:pPr marL="342900" indent="-342900" algn="just">
              <a:buFont typeface="Times New Roman" panose="02020603050405020304" pitchFamily="18" charset="0"/>
              <a:buChar char="‾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Following this workflow ensures that the model is accurate and reliable.</a:t>
            </a:r>
          </a:p>
          <a:p>
            <a:pPr marL="342900" indent="-342900" algn="just">
              <a:buFont typeface="Times New Roman" panose="02020603050405020304" pitchFamily="18" charset="0"/>
              <a:buChar char="‾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week built a strong foundation for advanced ML concepts.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511826" y="874644"/>
            <a:ext cx="56851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81249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29948" y="1643269"/>
            <a:ext cx="7964556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Machine Learning, data cannot be used directly. The first step is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Feature Scaling helps bring large and small values into the same range.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converts data into a range between 0 and 1.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Standardization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converts data so that the mean becomes 0 and the standard deviation becomes 1.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Encoding is used to convert categorical data into numerical form.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Label Encoding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assigns a unique number to each category.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One Hot Encoding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creates separate binary columns for each category.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makes the model faster and more accurate.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776870" y="821635"/>
            <a:ext cx="5353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31165" y="92765"/>
            <a:ext cx="24914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7 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7148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02226" y="2438399"/>
            <a:ext cx="723568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is used to predict continuous values, such as house prices.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finds a straight-line relationship between independent and dependent variables.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Linear Regression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uses more than one independent variable for prediction.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Polynomial Regression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captures non-linear (curved) relationships.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goal of regression is to find the best-fit line that minimizes prediction error.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59964" y="1073426"/>
            <a:ext cx="4320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Concepts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4530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824285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After building a model, it is important to measure its performance.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regression, we use: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MAE (Mean Absolute Error)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average prediction error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MSE (Mean Squared Error)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squared error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RMSE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square root of MSE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R² Score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shows how much variance the model explains</a:t>
            </a:r>
          </a:p>
          <a:p>
            <a:pPr algn="just"/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validation: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Train-Test Split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divides data into training and testing sets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Cross Validation (Holdout Method)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checks how well the model generalizes to new data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helps us understand whether the model is overfitting or performing properly.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776870" y="410818"/>
            <a:ext cx="55129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Evaluation &amp;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9892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9826" y="1868556"/>
            <a:ext cx="779227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Machine Learning, model performance depends on how well it generalizes to new data.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occurs when a model performs very well on training data but poorly on unseen data. It captures noise instead of the actual pattern.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Underfitting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happens when a model is too simple and fails to capture the underlying relationship in the data.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solve overfitting, we use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Regularization techniques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Ridge Regression (L2)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reduces large coefficients.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Lasso Regression (L1)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can shrink some coefficients to zero, helping in feature selection.</a:t>
            </a:r>
          </a:p>
          <a:p>
            <a:pPr algn="just"/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These techniques improve model generalization.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154017" y="901148"/>
            <a:ext cx="69838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Overfitting,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Underfitting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Regularization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048000" y="212035"/>
            <a:ext cx="24649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8 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12267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41983" y="2027581"/>
            <a:ext cx="795130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is a supervised learning technique used to predict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categorical outcomes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Yes/No, Pass/Fail, Spam/Not Spam.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One of the most important classification algorithms is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Unlike Linear Regression, Logistic Regression uses a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sigmoid function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to convert output into probability values between 0 and 1.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a threshold (usually 0.5), the model assigns a class label.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is widely used because it is simple, efficient, and interpretable.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41983" y="914399"/>
            <a:ext cx="83753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Classification &amp; Logistic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43226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014330" y="357809"/>
            <a:ext cx="24649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9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 rot="10800000" flipH="1" flipV="1">
            <a:off x="2014330" y="1398103"/>
            <a:ext cx="683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/>
              <a:t>f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424977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Parallax</Template>
  <TotalTime>90</TotalTime>
  <Words>1685</Words>
  <Application>Microsoft Office PowerPoint</Application>
  <PresentationFormat>Widescreen</PresentationFormat>
  <Paragraphs>153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Corbel</vt:lpstr>
      <vt:lpstr>Times New Roman</vt:lpstr>
      <vt:lpstr>Parallax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Vaishnavi Jadhav</dc:creator>
  <cp:lastModifiedBy>Vaishnavi Jadhav</cp:lastModifiedBy>
  <cp:revision>13</cp:revision>
  <dcterms:created xsi:type="dcterms:W3CDTF">2026-02-23T10:03:30Z</dcterms:created>
  <dcterms:modified xsi:type="dcterms:W3CDTF">2026-03-20T10:47:32Z</dcterms:modified>
</cp:coreProperties>
</file>